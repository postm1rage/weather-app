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322" r:id="rId3"/>
    <p:sldId id="346" r:id="rId4"/>
    <p:sldId id="347" r:id="rId5"/>
    <p:sldId id="348" r:id="rId6"/>
    <p:sldId id="349" r:id="rId7"/>
    <p:sldId id="350" r:id="rId8"/>
    <p:sldId id="351" r:id="rId9"/>
    <p:sldId id="352" r:id="rId10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4">
          <p15:clr>
            <a:srgbClr val="A4A3A4"/>
          </p15:clr>
        </p15:guide>
        <p15:guide id="2" pos="13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63199" autoAdjust="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>
        <p:guide orient="horz" pos="1684"/>
        <p:guide pos="131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1DA0B-C77E-4FF1-A487-1BA5A04DBD32}" type="datetimeFigureOut">
              <a:rPr lang="ru-RU" smtClean="0"/>
              <a:pPr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1BCD3-8399-4A82-8D9D-CEA6127CF6F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91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28650" y="1969608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085850" y="4449283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9A840D-A76C-4FA8-A7EB-2A6BCEB2FDF6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7" name="Google Shape;107;p22"/>
          <p:cNvPicPr/>
          <p:nvPr/>
        </p:nvPicPr>
        <p:blipFill>
          <a:blip r:embed="rId2" cstate="print">
            <a:alphaModFix/>
          </a:blip>
          <a:stretch/>
        </p:blipFill>
        <p:spPr bwMode="auto">
          <a:xfrm>
            <a:off x="1799304" y="134127"/>
            <a:ext cx="2376264" cy="15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4454584" y="526078"/>
            <a:ext cx="3284468" cy="7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0081" y="139429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575593"/>
            <a:ext cx="7886700" cy="460137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270005"/>
            <a:ext cx="2057400" cy="365125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7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10215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1601798" y="6271896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6176963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 bwMode="auto">
          <a:xfrm>
            <a:off x="3623050" y="6199542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3888" y="2385753"/>
            <a:ext cx="7886700" cy="2176723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58C34C-5F4A-4A0C-9D26-5001C5D3D5F7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7" name="Google Shape;107;p22"/>
          <p:cNvPicPr/>
          <p:nvPr/>
        </p:nvPicPr>
        <p:blipFill>
          <a:blip r:embed="rId2" cstate="print">
            <a:alphaModFix/>
          </a:blip>
          <a:stretch/>
        </p:blipFill>
        <p:spPr bwMode="auto">
          <a:xfrm>
            <a:off x="1799304" y="134127"/>
            <a:ext cx="2376264" cy="15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4454584" y="526078"/>
            <a:ext cx="3284468" cy="7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4"/>
          <p:cNvSpPr txBox="1"/>
          <p:nvPr/>
        </p:nvSpPr>
        <p:spPr bwMode="auto">
          <a:xfrm>
            <a:off x="3175813" y="6251301"/>
            <a:ext cx="3086100" cy="524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ru-RU"/>
              <a:t>Кафедра </a:t>
            </a:r>
            <a:br>
              <a:rPr lang="ru-RU"/>
            </a:br>
            <a:r>
              <a:rPr lang="ru-RU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8650" y="81842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546834"/>
            <a:ext cx="3886200" cy="4630129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546834"/>
            <a:ext cx="3886200" cy="4630129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BBC9DF6-2D5D-443F-AFD5-D92AFB64F7CF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8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10215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638545" y="6232795"/>
            <a:ext cx="2421433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8650" y="141280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A9ABAC-438B-4882-876B-A875A84D3E9F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10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10215"/>
            <a:ext cx="1280160" cy="6068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7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10215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8650" y="97833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BCF4B-465E-4793-B169-103E35AC06DD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8" name="Прямая соединительная линия 7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3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CC1BA03-851B-4637-96C0-A3008DFF90CB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7" name="Прямая соединительная линия 6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2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0D5F25-5D37-431E-9B77-10C6B26A2142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-1039" y="2057400"/>
            <a:ext cx="358005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5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A2CCE1-E992-43AC-973C-C931DE64CCE2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8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1378179" y="6311594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-1039" y="2057400"/>
            <a:ext cx="358005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3623050" y="6199542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8650" y="102319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1574017"/>
            <a:ext cx="7886700" cy="4602946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A9184E-1BF6-4996-A578-1BF23EE3D5DD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1477119"/>
            <a:ext cx="605997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4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5CF930-00B7-4213-A204-9FF74F4209BC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0" y="6210215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6543675" y="12127"/>
            <a:ext cx="0" cy="4517642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0" y="12127"/>
            <a:ext cx="9144000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75813" y="6251301"/>
            <a:ext cx="3086100" cy="524656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pic>
        <p:nvPicPr>
          <p:cNvPr id="14" name="Google Shape;107;p22"/>
          <p:cNvPicPr/>
          <p:nvPr/>
        </p:nvPicPr>
        <p:blipFill>
          <a:blip r:embed="rId2" cstate="print">
            <a:alphaModFix/>
          </a:blip>
          <a:srcRect l="5521" t="12182" r="9811" b="13424"/>
          <a:stretch/>
        </p:blipFill>
        <p:spPr bwMode="auto">
          <a:xfrm>
            <a:off x="1" y="6243467"/>
            <a:ext cx="1280160" cy="60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tretch/>
        </p:blipFill>
        <p:spPr bwMode="auto">
          <a:xfrm>
            <a:off x="2082326" y="6290182"/>
            <a:ext cx="1699615" cy="40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 bwMode="auto">
          <a:xfrm>
            <a:off x="4440710" y="6191383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 b="1"/>
              <a:t>Кафедра</a:t>
            </a:r>
            <a:endParaRPr/>
          </a:p>
          <a:p>
            <a:pPr algn="ctr">
              <a:defRPr/>
            </a:pPr>
            <a:r>
              <a:rPr lang="ru-RU" sz="1600" b="1"/>
              <a:t>Цифровых технологий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DDCC018-68D5-425D-B8D4-01052A79D7BC}" type="datetime1">
              <a:rPr lang="ru-RU"/>
              <a:pPr>
                <a:defRPr/>
              </a:pPr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17F430-ED11-4404-8317-21D9C65ED8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11397" y="2910982"/>
            <a:ext cx="7772400" cy="117406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Weather App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085850" y="5613849"/>
            <a:ext cx="6858000" cy="1655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Выполнил: Коник Илья, группа МОА-241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79A75-B8E6-959C-BFDF-7B30A6F7A59F}"/>
              </a:ext>
            </a:extLst>
          </p:cNvPr>
          <p:cNvSpPr txBox="1"/>
          <p:nvPr/>
        </p:nvSpPr>
        <p:spPr>
          <a:xfrm>
            <a:off x="1544129" y="3429000"/>
            <a:ext cx="5736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i="0" dirty="0">
                <a:effectLst/>
                <a:latin typeface="+mj-lt"/>
              </a:rPr>
              <a:t>Клиентское веб-приложение для просмотра погоды</a:t>
            </a:r>
            <a:endParaRPr lang="ru-RU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идея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1616" y="2058590"/>
            <a:ext cx="7886700" cy="2608218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Разработать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 front-end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приложение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на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чистом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 JS с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использованием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 fetch,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модулей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,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сортировки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,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фильтрации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, </a:t>
            </a:r>
            <a:r>
              <a:rPr lang="en-US" dirty="0" err="1">
                <a:latin typeface="Malik"/>
                <a:ea typeface="Malik"/>
                <a:cs typeface="Malik"/>
                <a:sym typeface="Malik"/>
              </a:rPr>
              <a:t>статистики</a:t>
            </a:r>
            <a:r>
              <a:rPr lang="en-US" dirty="0">
                <a:latin typeface="Malik"/>
                <a:ea typeface="Malik"/>
                <a:cs typeface="Malik"/>
                <a:sym typeface="Malik"/>
              </a:rPr>
              <a:t>.</a:t>
            </a:r>
            <a:endParaRPr lang="ru-RU" dirty="0">
              <a:latin typeface="Malik"/>
              <a:ea typeface="Malik"/>
              <a:cs typeface="Malik"/>
              <a:sym typeface="Malik"/>
            </a:endParaRPr>
          </a:p>
          <a:p>
            <a:endParaRPr lang="ru-RU" dirty="0">
              <a:latin typeface="Malik"/>
              <a:ea typeface="Malik"/>
              <a:cs typeface="Malik"/>
              <a:sym typeface="Malik"/>
            </a:endParaRPr>
          </a:p>
          <a:p>
            <a:r>
              <a:rPr lang="ru-RU" dirty="0">
                <a:latin typeface="Malik"/>
                <a:ea typeface="Malik"/>
                <a:cs typeface="Malik"/>
                <a:sym typeface="Malik"/>
              </a:rPr>
              <a:t>Простое и понятное приложение для быстрого получения погоды в любом городе.</a:t>
            </a:r>
            <a:endParaRPr lang="en-US" dirty="0"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173257C-2DE7-AB97-C5D1-EBF8C8F80A93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</p:spTree>
    <p:extLst>
      <p:ext uri="{BB962C8B-B14F-4D97-AF65-F5344CB8AC3E}">
        <p14:creationId xmlns:p14="http://schemas.microsoft.com/office/powerpoint/2010/main" val="36011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9D05DB3-19C6-00D8-B9C8-CD83476E625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3357E-7978-238C-FCC6-8267FB19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31EC0-59EA-754A-3332-815EC9B7B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16" y="2058590"/>
            <a:ext cx="7886700" cy="26082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ES-</a:t>
            </a:r>
            <a:r>
              <a:rPr lang="ru-RU" dirty="0"/>
              <a:t>модули (</a:t>
            </a:r>
            <a:r>
              <a:rPr lang="en-US" dirty="0"/>
              <a:t>import/export) </a:t>
            </a:r>
            <a:r>
              <a:rPr lang="ru-RU" dirty="0"/>
              <a:t>без сборщиков</a:t>
            </a:r>
          </a:p>
          <a:p>
            <a:r>
              <a:rPr lang="ru-RU" dirty="0"/>
              <a:t>Классы с инкапсуляцией </a:t>
            </a:r>
            <a:r>
              <a:rPr lang="en-US" dirty="0"/>
              <a:t>DOM</a:t>
            </a:r>
          </a:p>
          <a:p>
            <a:r>
              <a:rPr lang="en-US" dirty="0"/>
              <a:t>Fetch + async/await </a:t>
            </a:r>
            <a:r>
              <a:rPr lang="ru-RU" dirty="0"/>
              <a:t>для запросов к </a:t>
            </a:r>
            <a:r>
              <a:rPr lang="en-US" dirty="0"/>
              <a:t>API</a:t>
            </a:r>
          </a:p>
          <a:p>
            <a:r>
              <a:rPr lang="ru-RU" dirty="0"/>
              <a:t>Обработка ошибок сети и </a:t>
            </a:r>
            <a:r>
              <a:rPr lang="en-US" dirty="0"/>
              <a:t>API</a:t>
            </a:r>
          </a:p>
          <a:p>
            <a:r>
              <a:rPr lang="ru-RU" dirty="0"/>
              <a:t>События </a:t>
            </a:r>
            <a:r>
              <a:rPr lang="en-US" dirty="0"/>
              <a:t>DOM: click, change, </a:t>
            </a:r>
            <a:r>
              <a:rPr lang="en-US" dirty="0" err="1"/>
              <a:t>keyup</a:t>
            </a:r>
            <a:endParaRPr lang="en-US" dirty="0"/>
          </a:p>
          <a:p>
            <a:r>
              <a:rPr lang="en-US" dirty="0"/>
              <a:t>CSS-</a:t>
            </a:r>
            <a:r>
              <a:rPr lang="ru-RU" dirty="0"/>
              <a:t>классы для светлой и тёмной тем</a:t>
            </a:r>
          </a:p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AF4BC3-BAD4-DC2E-C0D4-6E6EED41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B9D58F5-E23C-F40A-EB2E-114F654EFFC1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</p:spTree>
    <p:extLst>
      <p:ext uri="{BB962C8B-B14F-4D97-AF65-F5344CB8AC3E}">
        <p14:creationId xmlns:p14="http://schemas.microsoft.com/office/powerpoint/2010/main" val="336531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959ACA9-3808-50E4-A489-86ABF9F7574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49395-6833-646A-376A-17422C22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3CB47D-DED9-0500-AD1E-13FC5A00D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8078" y="1939197"/>
            <a:ext cx="5143500" cy="406332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Два слоя: </a:t>
            </a:r>
            <a:r>
              <a:rPr lang="en-US" dirty="0"/>
              <a:t>data/ (</a:t>
            </a:r>
            <a:r>
              <a:rPr lang="en-US" dirty="0" err="1"/>
              <a:t>WeatherService</a:t>
            </a:r>
            <a:r>
              <a:rPr lang="en-US" dirty="0"/>
              <a:t>) </a:t>
            </a:r>
            <a:r>
              <a:rPr lang="ru-RU" dirty="0"/>
              <a:t>и </a:t>
            </a:r>
            <a:r>
              <a:rPr lang="en-US" dirty="0" err="1"/>
              <a:t>ui</a:t>
            </a:r>
            <a:r>
              <a:rPr lang="en-US" dirty="0"/>
              <a:t>/ (</a:t>
            </a:r>
            <a:r>
              <a:rPr lang="ru-RU" dirty="0"/>
              <a:t>все компоненты)</a:t>
            </a:r>
          </a:p>
          <a:p>
            <a:r>
              <a:rPr lang="en-US" dirty="0"/>
              <a:t>App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координатор, создаёт компоненты и связывает их </a:t>
            </a:r>
            <a:r>
              <a:rPr lang="ru-RU" dirty="0" err="1"/>
              <a:t>колбэками</a:t>
            </a:r>
            <a:endParaRPr lang="ru-RU" dirty="0"/>
          </a:p>
          <a:p>
            <a:r>
              <a:rPr lang="ru-RU" dirty="0"/>
              <a:t>Компоненты не зависят друг от друга, получают контейнер извне</a:t>
            </a:r>
          </a:p>
          <a:p>
            <a:r>
              <a:rPr lang="ru-RU" dirty="0"/>
              <a:t>Схема: [</a:t>
            </a:r>
            <a:r>
              <a:rPr lang="en-US" dirty="0"/>
              <a:t>App] → [Header, </a:t>
            </a:r>
            <a:r>
              <a:rPr lang="en-US" dirty="0" err="1"/>
              <a:t>WelcomeScreen</a:t>
            </a:r>
            <a:r>
              <a:rPr lang="en-US" dirty="0"/>
              <a:t>, </a:t>
            </a:r>
            <a:r>
              <a:rPr lang="en-US" dirty="0" err="1"/>
              <a:t>SearchPanel</a:t>
            </a:r>
            <a:r>
              <a:rPr lang="en-US" dirty="0"/>
              <a:t>, </a:t>
            </a:r>
            <a:r>
              <a:rPr lang="en-US" dirty="0" err="1"/>
              <a:t>WeatherCard</a:t>
            </a:r>
            <a:r>
              <a:rPr lang="en-US" dirty="0"/>
              <a:t>, </a:t>
            </a:r>
            <a:r>
              <a:rPr lang="en-US" dirty="0" err="1"/>
              <a:t>ControlsPanel</a:t>
            </a:r>
            <a:r>
              <a:rPr lang="en-US" dirty="0"/>
              <a:t>, </a:t>
            </a:r>
            <a:r>
              <a:rPr lang="en-US" dirty="0" err="1"/>
              <a:t>CityList</a:t>
            </a:r>
            <a:r>
              <a:rPr lang="en-US" dirty="0"/>
              <a:t>, Stats]</a:t>
            </a:r>
            <a:br>
              <a:rPr lang="en-US" dirty="0"/>
            </a:br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C12C-AC7A-8DAF-4C73-130637B7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B34076A-CCD8-80C4-D445-BBD278F18CAB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F8A558-F58B-255B-6606-6C0F99509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1932496"/>
            <a:ext cx="203835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7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AE4DC8D-D9A3-3D1C-32BB-7C03E4BD850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43A33-1EFC-220B-D8BE-52F5662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C31DB-6FC8-E5C1-BFBA-8930D02B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8776CEF-80CB-0EA7-6878-9AAE8553E322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E8B3BE-35A2-7624-6606-B9266FCC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41" y="2660089"/>
            <a:ext cx="4044122" cy="34441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12EF75-D153-BFDA-A895-9695836E0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59" y="2027471"/>
            <a:ext cx="3750091" cy="32143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E02D7-544B-4C10-167F-599CD6BAC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41" y="1634819"/>
            <a:ext cx="3738010" cy="92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8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C2CEA28-3D88-E21D-97F3-81EF7EBE3EB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8BED3-0995-8BB7-D93C-BB76931A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</a:t>
            </a:r>
            <a:r>
              <a:rPr lang="en-US" dirty="0"/>
              <a:t>API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42C53D-F12C-43C2-B760-935840F4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FF5031C-6C24-37D7-9AFE-128048C41739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41BF-9C31-D61E-6B81-21C8796C7D8E}"/>
              </a:ext>
            </a:extLst>
          </p:cNvPr>
          <p:cNvSpPr txBox="1"/>
          <p:nvPr/>
        </p:nvSpPr>
        <p:spPr>
          <a:xfrm>
            <a:off x="379563" y="1667774"/>
            <a:ext cx="7177177" cy="398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Используемое </a:t>
            </a:r>
            <a:r>
              <a:rPr lang="en-US" b="0" i="0" dirty="0">
                <a:effectLst/>
                <a:latin typeface="quote-cjk-patch"/>
              </a:rPr>
              <a:t>API: </a:t>
            </a:r>
            <a:r>
              <a:rPr lang="en-US" b="0" i="0" dirty="0" err="1">
                <a:effectLst/>
                <a:latin typeface="quote-cjk-patch"/>
              </a:rPr>
              <a:t>OpenWeatherMap</a:t>
            </a:r>
            <a:r>
              <a:rPr lang="en-US" b="0" i="0" dirty="0">
                <a:effectLst/>
                <a:latin typeface="quote-cjk-patch"/>
              </a:rPr>
              <a:t> </a:t>
            </a:r>
            <a:r>
              <a:rPr lang="ru-RU" b="0" i="0" dirty="0">
                <a:effectLst/>
                <a:latin typeface="quote-cjk-patch"/>
              </a:rPr>
              <a:t>(бесплатный ключ)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Запрос: </a:t>
            </a:r>
            <a:r>
              <a:rPr lang="en-US" b="0" i="0" dirty="0">
                <a:effectLst/>
                <a:latin typeface="quote-cjk-patch"/>
              </a:rPr>
              <a:t>GET </a:t>
            </a:r>
            <a:r>
              <a:rPr lang="ru-RU" b="0" i="0" dirty="0">
                <a:effectLst/>
                <a:latin typeface="quote-cjk-patch"/>
              </a:rPr>
              <a:t>к </a:t>
            </a:r>
            <a:r>
              <a:rPr lang="en-US" b="0" i="0" dirty="0">
                <a:effectLst/>
                <a:latin typeface="Menlo"/>
              </a:rPr>
              <a:t>api.openweathermap.org/data/2.5/weather</a:t>
            </a:r>
            <a:endParaRPr lang="en-US" b="0" i="0" dirty="0"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Параметры: </a:t>
            </a:r>
            <a:r>
              <a:rPr lang="en-US" b="0" i="0" dirty="0">
                <a:effectLst/>
                <a:latin typeface="Menlo"/>
              </a:rPr>
              <a:t>q=</a:t>
            </a:r>
            <a:r>
              <a:rPr lang="ru-RU" b="0" i="0" dirty="0">
                <a:effectLst/>
                <a:latin typeface="Menlo"/>
              </a:rPr>
              <a:t>Город</a:t>
            </a:r>
            <a:r>
              <a:rPr lang="ru-RU" b="0" i="0" dirty="0">
                <a:effectLst/>
                <a:latin typeface="quote-cjk-patch"/>
              </a:rPr>
              <a:t>, </a:t>
            </a:r>
            <a:r>
              <a:rPr lang="en-US" b="0" i="0" dirty="0" err="1">
                <a:effectLst/>
                <a:latin typeface="Menlo"/>
              </a:rPr>
              <a:t>appid</a:t>
            </a:r>
            <a:r>
              <a:rPr lang="en-US" b="0" i="0" dirty="0">
                <a:effectLst/>
                <a:latin typeface="Menlo"/>
              </a:rPr>
              <a:t>=</a:t>
            </a:r>
            <a:r>
              <a:rPr lang="ru-RU" b="0" i="0" dirty="0">
                <a:effectLst/>
                <a:latin typeface="Menlo"/>
              </a:rPr>
              <a:t>КЛЮЧ</a:t>
            </a:r>
            <a:r>
              <a:rPr lang="ru-RU" b="0" i="0" dirty="0">
                <a:effectLst/>
                <a:latin typeface="quote-cjk-patch"/>
              </a:rPr>
              <a:t>, </a:t>
            </a:r>
            <a:r>
              <a:rPr lang="en-US" b="0" i="0" dirty="0">
                <a:effectLst/>
                <a:latin typeface="Menlo"/>
              </a:rPr>
              <a:t>units=metric</a:t>
            </a:r>
            <a:r>
              <a:rPr lang="en-US" b="0" i="0" dirty="0">
                <a:effectLst/>
                <a:latin typeface="quote-cjk-patch"/>
              </a:rPr>
              <a:t>, </a:t>
            </a:r>
            <a:r>
              <a:rPr lang="en-US" b="0" i="0" dirty="0">
                <a:effectLst/>
                <a:latin typeface="Menlo"/>
              </a:rPr>
              <a:t>lang=</a:t>
            </a:r>
            <a:r>
              <a:rPr lang="en-US" b="0" i="0" dirty="0" err="1">
                <a:effectLst/>
                <a:latin typeface="Menlo"/>
              </a:rPr>
              <a:t>ru</a:t>
            </a:r>
            <a:endParaRPr lang="en-US" b="0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Что получаем: </a:t>
            </a:r>
            <a:r>
              <a:rPr lang="en-US" b="0" i="0" dirty="0">
                <a:effectLst/>
                <a:latin typeface="quote-cjk-patch"/>
              </a:rPr>
              <a:t>JSON </a:t>
            </a:r>
            <a:r>
              <a:rPr lang="ru-RU" b="0" i="0" dirty="0">
                <a:effectLst/>
                <a:latin typeface="quote-cjk-patch"/>
              </a:rPr>
              <a:t>с текущей погодой (температура, влажность, ветер, описание, иконка)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quote-cjk-patch"/>
              </a:rPr>
              <a:t>Что извлекаем:</a:t>
            </a:r>
            <a:r>
              <a:rPr lang="en-US" dirty="0">
                <a:latin typeface="quote-cjk-patch"/>
              </a:rPr>
              <a:t> </a:t>
            </a:r>
            <a:r>
              <a:rPr lang="en-US" dirty="0" err="1">
                <a:latin typeface="quote-cjk-patch"/>
              </a:rPr>
              <a:t>main.temp</a:t>
            </a:r>
            <a:r>
              <a:rPr lang="en-US" dirty="0">
                <a:latin typeface="quote-cjk-patch"/>
              </a:rPr>
              <a:t>, </a:t>
            </a:r>
            <a:r>
              <a:rPr lang="en-US" dirty="0" err="1">
                <a:latin typeface="quote-cjk-patch"/>
              </a:rPr>
              <a:t>main.feels_like</a:t>
            </a:r>
            <a:r>
              <a:rPr lang="en-US" dirty="0">
                <a:latin typeface="quote-cjk-patch"/>
              </a:rPr>
              <a:t>, </a:t>
            </a:r>
            <a:r>
              <a:rPr lang="en-US" dirty="0" err="1">
                <a:latin typeface="quote-cjk-patch"/>
              </a:rPr>
              <a:t>main.humidity</a:t>
            </a:r>
            <a:r>
              <a:rPr lang="en-US" dirty="0">
                <a:latin typeface="quote-cjk-patch"/>
              </a:rPr>
              <a:t>,</a:t>
            </a:r>
            <a:br>
              <a:rPr lang="en-US" dirty="0">
                <a:latin typeface="quote-cjk-patch"/>
              </a:rPr>
            </a:br>
            <a:r>
              <a:rPr lang="en-US" dirty="0" err="1">
                <a:latin typeface="quote-cjk-patch"/>
              </a:rPr>
              <a:t>wind.speed</a:t>
            </a:r>
            <a:r>
              <a:rPr lang="en-US" dirty="0">
                <a:latin typeface="quote-cjk-patch"/>
              </a:rPr>
              <a:t>, weather[0].description, weather[0].icon</a:t>
            </a:r>
            <a:endParaRPr lang="ru-RU" dirty="0"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Обработка: округляем температуру и скорость ветра, формируем объект с русскими названиями полей, обрабатываем ошибки сети и неверного города</a:t>
            </a:r>
          </a:p>
        </p:txBody>
      </p:sp>
    </p:spTree>
    <p:extLst>
      <p:ext uri="{BB962C8B-B14F-4D97-AF65-F5344CB8AC3E}">
        <p14:creationId xmlns:p14="http://schemas.microsoft.com/office/powerpoint/2010/main" val="418469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EF855BB-C9B4-316F-5D85-F31FDA281F7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05114-75D1-0AFF-9A6F-6DB90B33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требований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E03D84-1FD7-99A2-18BD-2E32CE2E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E7DF3DC-1AE2-EA11-A075-D17D62F51554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CA32FE-3E3A-92CB-C4E0-136774FF8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69" y="1629583"/>
            <a:ext cx="5992124" cy="447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7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357E4B-5523-D08B-A1F1-61F2297EA36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E554F-6EA9-E3A4-DA10-384D1784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575" y="222870"/>
            <a:ext cx="78867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A07FC3-451F-0683-455E-9C4936B3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51F3C7B-DD35-5A2B-079B-C6004D16D0A9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83209-BAA2-6132-199F-0BEE649A1234}"/>
              </a:ext>
            </a:extLst>
          </p:cNvPr>
          <p:cNvSpPr txBox="1"/>
          <p:nvPr/>
        </p:nvSpPr>
        <p:spPr bwMode="auto">
          <a:xfrm>
            <a:off x="1397480" y="2644170"/>
            <a:ext cx="73151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3200" b="0" i="0" dirty="0">
                <a:effectLst/>
                <a:latin typeface="quote-cjk-patch"/>
              </a:rPr>
              <a:t>Все обязательные требования выполнены. Приложение работает, данные получаются с </a:t>
            </a:r>
            <a:r>
              <a:rPr lang="en-US" sz="3200" b="0" i="0" dirty="0">
                <a:effectLst/>
                <a:latin typeface="quote-cjk-patch"/>
              </a:rPr>
              <a:t>API.</a:t>
            </a:r>
            <a:endParaRPr lang="ru-RU" sz="3200" b="0" i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9939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2C3C838-A2DE-D9DF-D50B-BB2619DFFE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121383-E079-6EF8-5871-051EC19C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F430-ED11-4404-8317-21D9C65ED8E1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8874480-2C04-5918-2264-4C1935354181}"/>
              </a:ext>
            </a:extLst>
          </p:cNvPr>
          <p:cNvSpPr txBox="1">
            <a:spLocks/>
          </p:cNvSpPr>
          <p:nvPr/>
        </p:nvSpPr>
        <p:spPr bwMode="auto">
          <a:xfrm>
            <a:off x="628650" y="3970861"/>
            <a:ext cx="7886700" cy="139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684622"/>
              </a:solidFill>
              <a:latin typeface="Malik"/>
              <a:ea typeface="Malik"/>
              <a:cs typeface="Malik"/>
              <a:sym typeface="Mali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5DA08-5E34-706F-55E1-982251516E4E}"/>
              </a:ext>
            </a:extLst>
          </p:cNvPr>
          <p:cNvSpPr txBox="1"/>
          <p:nvPr/>
        </p:nvSpPr>
        <p:spPr bwMode="auto">
          <a:xfrm>
            <a:off x="914400" y="2231532"/>
            <a:ext cx="73151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u-RU" sz="6000" b="0" i="0" dirty="0">
                <a:effectLst/>
                <a:latin typeface="quote-cjk-patch"/>
              </a:rPr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4A42C4-4DDE-4CFF-9437-F109AA40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3824" y="1064631"/>
            <a:ext cx="10384754" cy="81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307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3135</TotalTime>
  <Words>297</Words>
  <Application>Microsoft Office PowerPoint</Application>
  <DocSecurity>0</DocSecurity>
  <PresentationFormat>Экран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Malik</vt:lpstr>
      <vt:lpstr>Menlo</vt:lpstr>
      <vt:lpstr>quote-cjk-patch</vt:lpstr>
      <vt:lpstr>Тема1</vt:lpstr>
      <vt:lpstr>Weather App </vt:lpstr>
      <vt:lpstr>Цель и идея</vt:lpstr>
      <vt:lpstr>Технологии</vt:lpstr>
      <vt:lpstr>Архитектура</vt:lpstr>
      <vt:lpstr>Демонстрация</vt:lpstr>
      <vt:lpstr>Работа с API</vt:lpstr>
      <vt:lpstr>Выполнение требований</vt:lpstr>
      <vt:lpstr>Заключение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искусственного интеллекта</dc:title>
  <dc:creator>Алина</dc:creator>
  <cp:lastModifiedBy>Lights Lights</cp:lastModifiedBy>
  <cp:revision>283</cp:revision>
  <dcterms:created xsi:type="dcterms:W3CDTF">2021-08-31T07:37:06Z</dcterms:created>
  <dcterms:modified xsi:type="dcterms:W3CDTF">2026-06-01T01:51:35Z</dcterms:modified>
  <dc:identifier/>
  <dc:language/>
  <cp:version/>
</cp:coreProperties>
</file>